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63FDF616-93FC-44C4-A783-716037439D67}" type="datetimeFigureOut">
              <a:rPr lang="en-US" smtClean="0"/>
              <a:t>04-Mar-26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A180BA96-0C30-4613-8DDB-216EE4E78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191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DF616-93FC-44C4-A783-716037439D67}" type="datetimeFigureOut">
              <a:rPr lang="en-US" smtClean="0"/>
              <a:t>04-Mar-26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0BA96-0C30-4613-8DDB-216EE4E78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652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DF616-93FC-44C4-A783-716037439D67}" type="datetimeFigureOut">
              <a:rPr lang="en-US" smtClean="0"/>
              <a:t>04-Mar-26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0BA96-0C30-4613-8DDB-216EE4E78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745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DF616-93FC-44C4-A783-716037439D67}" type="datetimeFigureOut">
              <a:rPr lang="en-US" smtClean="0"/>
              <a:t>04-Mar-26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0BA96-0C30-4613-8DDB-216EE4E78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028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DF616-93FC-44C4-A783-716037439D67}" type="datetimeFigureOut">
              <a:rPr lang="en-US" smtClean="0"/>
              <a:t>04-Mar-26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0BA96-0C30-4613-8DDB-216EE4E78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828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DF616-93FC-44C4-A783-716037439D67}" type="datetimeFigureOut">
              <a:rPr lang="en-US" smtClean="0"/>
              <a:t>04-Mar-26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0BA96-0C30-4613-8DDB-216EE4E78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518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DF616-93FC-44C4-A783-716037439D67}" type="datetimeFigureOut">
              <a:rPr lang="en-US" smtClean="0"/>
              <a:t>04-Mar-26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0BA96-0C30-4613-8DDB-216EE4E78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199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DF616-93FC-44C4-A783-716037439D67}" type="datetimeFigureOut">
              <a:rPr lang="en-US" smtClean="0"/>
              <a:t>04-Mar-26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0BA96-0C30-4613-8DDB-216EE4E78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033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DF616-93FC-44C4-A783-716037439D67}" type="datetimeFigureOut">
              <a:rPr lang="en-US" smtClean="0"/>
              <a:t>04-Mar-26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0BA96-0C30-4613-8DDB-216EE4E78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4578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DF616-93FC-44C4-A783-716037439D67}" type="datetimeFigureOut">
              <a:rPr lang="en-US" smtClean="0"/>
              <a:t>04-Mar-26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0BA96-0C30-4613-8DDB-216EE4E78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715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DF616-93FC-44C4-A783-716037439D67}" type="datetimeFigureOut">
              <a:rPr lang="en-US" smtClean="0"/>
              <a:t>04-Mar-26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0BA96-0C30-4613-8DDB-216EE4E78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8097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DF616-93FC-44C4-A783-716037439D67}" type="datetimeFigureOut">
              <a:rPr lang="en-US" smtClean="0"/>
              <a:t>04-Mar-26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0BA96-0C30-4613-8DDB-216EE4E78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1739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DF616-93FC-44C4-A783-716037439D67}" type="datetimeFigureOut">
              <a:rPr lang="en-US" smtClean="0"/>
              <a:t>04-Mar-26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0BA96-0C30-4613-8DDB-216EE4E78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4536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DF616-93FC-44C4-A783-716037439D67}" type="datetimeFigureOut">
              <a:rPr lang="en-US" smtClean="0"/>
              <a:t>04-Mar-26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0BA96-0C30-4613-8DDB-216EE4E78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7285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DF616-93FC-44C4-A783-716037439D67}" type="datetimeFigureOut">
              <a:rPr lang="en-US" smtClean="0"/>
              <a:t>04-Mar-26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0BA96-0C30-4613-8DDB-216EE4E78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2240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DF616-93FC-44C4-A783-716037439D67}" type="datetimeFigureOut">
              <a:rPr lang="en-US" smtClean="0"/>
              <a:t>04-Mar-26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0BA96-0C30-4613-8DDB-216EE4E7882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32273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DF616-93FC-44C4-A783-716037439D67}" type="datetimeFigureOut">
              <a:rPr lang="en-US" smtClean="0"/>
              <a:t>04-Mar-26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0BA96-0C30-4613-8DDB-216EE4E78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667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3FDF616-93FC-44C4-A783-716037439D67}" type="datetimeFigureOut">
              <a:rPr lang="en-US" smtClean="0"/>
              <a:t>04-Mar-26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180BA96-0C30-4613-8DDB-216EE4E78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94256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85DEDCD-C206-ECDB-7C3A-580AE9379A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467"/>
            <a:ext cx="12192000" cy="6874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7128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24E595-E930-C1DB-139E-6153BF1892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7259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2A34E4-9CC9-0BC4-0E39-9E27B8CE49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08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74876A-C432-D471-419E-80E4A6F00A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8826" y="0"/>
            <a:ext cx="122608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8239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96EC3A-ABDF-1499-B40C-A5C5E97CB5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6020" y="1009013"/>
            <a:ext cx="4036767" cy="4467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3367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F2F1233-3C4D-AEE0-9CF2-ADB4B0AEA2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14" y="83976"/>
            <a:ext cx="3918857" cy="66900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7BF0C0F-3373-B2F2-7BE2-0F6F1B05A3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4579" y="83976"/>
            <a:ext cx="8052107" cy="224867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F217A8C-A7BF-7C92-C792-2BAD7A5E36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4579" y="2415639"/>
            <a:ext cx="4111481" cy="435838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52BA2BB-8605-F965-B8F4-BB35848F88F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0011" y="2415639"/>
            <a:ext cx="3806676" cy="4358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1406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565DD9-31AF-DEBB-2222-D016A6D0EA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32" y="76310"/>
            <a:ext cx="3713584" cy="32894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09213CB-CFBB-AAE1-C19B-85FD9380AB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6260" y="2448574"/>
            <a:ext cx="3490258" cy="43513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44913CE-77F2-E850-7457-02BDB867F5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4762" y="76310"/>
            <a:ext cx="3490258" cy="389853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6C6170F-04BF-5473-D6FD-9EB95605A09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6718" y="4049486"/>
            <a:ext cx="3137762" cy="2732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47468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10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Celestial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ATUL SONAWANE</dc:creator>
  <cp:lastModifiedBy>ATUL SONAWANE</cp:lastModifiedBy>
  <cp:revision>2</cp:revision>
  <dcterms:created xsi:type="dcterms:W3CDTF">2026-03-04T05:21:45Z</dcterms:created>
  <dcterms:modified xsi:type="dcterms:W3CDTF">2026-03-04T05:35:47Z</dcterms:modified>
</cp:coreProperties>
</file>